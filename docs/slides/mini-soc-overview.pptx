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1463040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Mini SOC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3E3"/>
                </a:solidFill>
                <a:latin typeface="Segoe UI"/>
              </a:rPr>
              <a:t>Detection, correlation, investigation and response on a single internet-facing EC2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55F70"/>
                </a:solidFill>
                <a:latin typeface="Segoe UI"/>
              </a:rPr>
              <a:t>Live EC2 lab · 13 detection rules · replay + live attack simulation · real nftables containment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Why a SOC platform?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0">
                <a:solidFill>
                  <a:srgbClr val="0F1B2E"/>
                </a:solidFill>
                <a:latin typeface="Segoe UI"/>
              </a:rPr>
              <a:t>Individual security tools answer “did something happen?” — a SOC has to answer “what is happening, how bad, and what do we do?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0F1B2E"/>
                </a:solidFill>
                <a:latin typeface="Segoe UI"/>
              </a:rPr>
              <a:t>One noisy alert is easy to miss; a coherent kill chain is not.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0F1B2E"/>
                </a:solidFill>
                <a:latin typeface="Segoe UI"/>
              </a:rPr>
              <a:t>Response must be enforceable, not a dashboard flag.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0F1B2E"/>
                </a:solidFill>
                <a:latin typeface="Segoe UI"/>
              </a:rPr>
              <a:t>This project builds the whole loop end to end on infrastructure we own and can attack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55F70"/>
                </a:solidFill>
                <a:latin typeface="Segoe UI"/>
              </a:rPr>
              <a:t>Scope: one internet-facing EC2 instance; attack from a local Kali VM.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A self-contained detection &amp; response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0F1B2E"/>
                </a:solidFill>
                <a:latin typeface="Segoe UI"/>
              </a:rPr>
              <a:t>Collect — nginx access/error, auth.log, a custom IDS (AF_PACKET + nftables), syslog via systemd.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0F1B2E"/>
                </a:solidFill>
                <a:latin typeface="Segoe UI"/>
              </a:rPr>
              <a:t>Normalize — one event schema across every source.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0F1B2E"/>
                </a:solidFill>
                <a:latin typeface="Segoe UI"/>
              </a:rPr>
              <a:t>Detect — 13 rules (pattern + threshold) over a rolling window.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0F1B2E"/>
                </a:solidFill>
                <a:latin typeface="Segoe UI"/>
              </a:rPr>
              <a:t>Correlate — alerts from one source become a chain, then an incident.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0F1B2E"/>
                </a:solidFill>
                <a:latin typeface="Segoe UI"/>
              </a:rPr>
              <a:t>Respond — block IP via a sudo-confined helper into nftables.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0F1B2E"/>
                </a:solidFill>
                <a:latin typeface="Segoe UI"/>
              </a:rPr>
              <a:t>Operate — a React dashboard: overview, alerts, chains, incidents, events, rules, reports, users.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One host, two faces: the target and the SOC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15" y="2148840"/>
            <a:ext cx="5868865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55F70"/>
                </a:solidFill>
                <a:latin typeface="Segoe UI"/>
              </a:rPr>
              <a:t>Full diagram: docs/images/architecture.png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DETECTION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13 rules across three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Web (8): SQLi, LFI/path traversal, command injection, XSS, scanner User-Agent, login brute force, HTTP flood, plus the shared web parser.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Auth (2): SSH brute force (≥10 fails / 5 min) and login-success-after-brute-force (CRITICAL).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Network/IDS (3): port scan (≥20 ports / 60 s), IDS signature, unusual outbound, unusual DNS (over-long labels).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Every rule: a YAML definition, a severity, a MITRE mapping, and a page in the playbook.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55F70"/>
                </a:solidFill>
                <a:latin typeface="Segoe UI"/>
              </a:rPr>
              <a:t>Replay suite drives all 13 rules through the same engine: 13/13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THE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How it is tested without a real victim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Single Ubuntu 24.04 t3.small EC2 instance, Elastic IP, Security Group locked to 22 / 80 / 443-from-analyst.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DVWA (deliberately vulnerable) serves as the web target on :80.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attack-sim/ scripts run from a local Kali VM: nmap, hydra, sqlmap, Nikto, and the host-originated outbound/DNS sims.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Rules of engagement: only our own instance, brief and non-sustained; HTTP flood is replay-only.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DEMO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One attacker, 13 alerts, 45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Recon — NET-PORTSCAN-001, IDS-SIG-001.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Web exploitation — WEB-SQLI / XSS / CMD / LFI / SCAN / BF / FLOOD.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Credential attack — SSH-BF-001 → SSH-SUCCESS-001 (CRITICAL).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Post-compromise — NET-OUTBOUND-001, DNS-ANOMALY-001.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All 13 from one src_ip → chain 1 → incident INC-2026-0001.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55F70"/>
                </a:solidFill>
                <a:latin typeface="Segoe UI"/>
              </a:rPr>
              <a:t>Timeline is from the real detection engine (seed_demo.py).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13 alerts are one story, not 13 tickets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Rules key on src_ip + a time window; alerts from one source inside the window share a chain_id.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The dashboard surfaces the chain timeline and offers promote-to-incident.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Deduplication: a repeated pattern updates the same alert's count/last_seen instead of creating a new one.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The incident is the unit of response — notes, actions, status history (→ contained → resolved → closed).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Containment is real, not a dashboard flag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B2E"/>
                </a:solidFill>
                <a:latin typeface="Consolas"/>
              </a:rPr>
              <a:t>block IP → POST /api/actions/{id}/execute (confirm: true) → sudo /usr/local/sbin/soc-block add &lt;ipv4&gt; [timeout]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The helper re-validates the address and refuses allow-listed or non-IPv4 targets — even when called directly.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Result lands in nftables: inet filter blocklist (default 3600 s).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B2E"/>
                </a:solidFill>
                <a:latin typeface="Consolas"/>
              </a:rPr>
              <a:t>Proof: nft list set inet filter blocklist; the attacker's connection now times out.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sudoers grants the backend nothing but that one script.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FALSE POSITIVES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A second, benign source must stay quiet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A phone hotspot provides a genuinely different public IP.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Benign page loads from it raise nothing (sub-threshold); exploitation-shaped traffic from the attacker raises 13.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The rules key on payload and volume — not on traffic existing.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Stray benign hits are triaged FALSE POSITIVE and the source is allow-listed.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555F70"/>
                </a:solidFill>
                <a:latin typeface="Segoe UI"/>
              </a:rPr>
              <a:t>See docs/testing/second-source-ip.md and reports/incident-reports.md (0002).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Overview — live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583" y="2148840"/>
            <a:ext cx="6510528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Alert detail — evidence + linked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aler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249" y="2148840"/>
            <a:ext cx="4535197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Incident — timeline, notes, response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incid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862" y="2148840"/>
            <a:ext cx="3585970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What is verified,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44602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F6FED"/>
                </a:solidFill>
                <a:latin typeface="Segoe UI"/>
              </a:rPr>
              <a:t>13/13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F70"/>
                </a:solidFill>
                <a:latin typeface="Segoe UI"/>
              </a:rPr>
              <a:t>rules fire in replay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3300" y="2103120"/>
            <a:ext cx="244602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330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F6FED"/>
                </a:solidFill>
                <a:latin typeface="Segoe UI"/>
              </a:rPr>
              <a:t>116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3300" y="297180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F70"/>
                </a:solidFill>
                <a:latin typeface="Segoe UI"/>
              </a:rPr>
              <a:t>python tests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03120"/>
            <a:ext cx="244602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F6FED"/>
                </a:solidFill>
                <a:latin typeface="Segoe UI"/>
              </a:rPr>
              <a:t>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97180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F70"/>
                </a:solidFill>
                <a:latin typeface="Segoe UI"/>
              </a:rPr>
              <a:t>frontend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83980" y="2103120"/>
            <a:ext cx="244602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3980" y="2286000"/>
            <a:ext cx="24460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2F6FED"/>
                </a:solidFill>
                <a:latin typeface="Segoe U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980" y="2971800"/>
            <a:ext cx="24460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F70"/>
                </a:solidFill>
                <a:latin typeface="Segoe UI"/>
              </a:rPr>
              <a:t>open High security findings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Detection replay: 13/13 rules, dedupe and chain formation.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pytest across ids / backend / collector / agents; vitest + build for the frontend.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CI (.github/workflows/ci.yml) runs all of it on every push.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Security review: injection, JWT tampering, RBAC, upload, exposed ports, helper injection.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What 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Code — collector, detection engine, IDS, backend API, React dashboard, agents.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Rules — 13 YAML definitions + the response playbook.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Infra — deploy/install.sh (one command) + the EC2 host-config snapshot.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Docs — lab setup, architecture, contracts, analyst user guide (with screenshots), test plan, results, security review, incident reports.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Attack simulation + replay suite for reproducible testing.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6FED"/>
                </a:solidFill>
                <a:latin typeface="Segoe U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F1B2E"/>
                </a:solidFill>
                <a:latin typeface="Segoe UI"/>
              </a:rPr>
              <a:t>Lessons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188720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Detection is easy to demo; correlation is what makes it useful.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Containment must be enforceable and auditable — a real firewall action.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Low false positives are a design goal, tested with a second benign source.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F1B2E"/>
                </a:solidFill>
                <a:latin typeface="Segoe UI"/>
              </a:rPr>
              <a:t>Next: key-only SSH, alerting integrations (email/Slack), and a second host to exercise cross-host correlation.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